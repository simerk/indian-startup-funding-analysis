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erjeet Kaur" userId="16f5a63197aece6d" providerId="LiveId" clId="{D146B38F-8073-40CD-A3B9-679E8F7393E3}"/>
    <pc:docChg chg="undo custSel addSld modSld">
      <pc:chgData name="Simerjeet Kaur" userId="16f5a63197aece6d" providerId="LiveId" clId="{D146B38F-8073-40CD-A3B9-679E8F7393E3}" dt="2022-02-25T16:54:12.237" v="351" actId="22"/>
      <pc:docMkLst>
        <pc:docMk/>
      </pc:docMkLst>
      <pc:sldChg chg="addSp delSp modSp new mod">
        <pc:chgData name="Simerjeet Kaur" userId="16f5a63197aece6d" providerId="LiveId" clId="{D146B38F-8073-40CD-A3B9-679E8F7393E3}" dt="2022-02-25T16:10:26.582" v="197" actId="14100"/>
        <pc:sldMkLst>
          <pc:docMk/>
          <pc:sldMk cId="1988044364" sldId="256"/>
        </pc:sldMkLst>
        <pc:spChg chg="del mod">
          <ac:chgData name="Simerjeet Kaur" userId="16f5a63197aece6d" providerId="LiveId" clId="{D146B38F-8073-40CD-A3B9-679E8F7393E3}" dt="2022-02-25T15:43:04.374" v="22" actId="478"/>
          <ac:spMkLst>
            <pc:docMk/>
            <pc:sldMk cId="1988044364" sldId="256"/>
            <ac:spMk id="2" creationId="{CD8D01FA-F11C-4184-888D-5DEDB9E88E9E}"/>
          </ac:spMkLst>
        </pc:spChg>
        <pc:spChg chg="mod">
          <ac:chgData name="Simerjeet Kaur" userId="16f5a63197aece6d" providerId="LiveId" clId="{D146B38F-8073-40CD-A3B9-679E8F7393E3}" dt="2022-02-25T16:10:26.582" v="197" actId="14100"/>
          <ac:spMkLst>
            <pc:docMk/>
            <pc:sldMk cId="1988044364" sldId="256"/>
            <ac:spMk id="3" creationId="{EE398E05-2748-4CDF-ABFF-138F1107EA65}"/>
          </ac:spMkLst>
        </pc:spChg>
        <pc:spChg chg="add mod">
          <ac:chgData name="Simerjeet Kaur" userId="16f5a63197aece6d" providerId="LiveId" clId="{D146B38F-8073-40CD-A3B9-679E8F7393E3}" dt="2022-02-25T15:48:56.204" v="133" actId="1076"/>
          <ac:spMkLst>
            <pc:docMk/>
            <pc:sldMk cId="1988044364" sldId="256"/>
            <ac:spMk id="4" creationId="{EC83A199-8D75-445F-B5CB-42AB06BAF229}"/>
          </ac:spMkLst>
        </pc:spChg>
        <pc:spChg chg="add del mod">
          <ac:chgData name="Simerjeet Kaur" userId="16f5a63197aece6d" providerId="LiveId" clId="{D146B38F-8073-40CD-A3B9-679E8F7393E3}" dt="2022-02-25T15:43:07.795" v="23" actId="478"/>
          <ac:spMkLst>
            <pc:docMk/>
            <pc:sldMk cId="1988044364" sldId="256"/>
            <ac:spMk id="6" creationId="{8F25648E-E35C-4662-AC43-A35C788DB123}"/>
          </ac:spMkLst>
        </pc:spChg>
        <pc:spChg chg="add mod">
          <ac:chgData name="Simerjeet Kaur" userId="16f5a63197aece6d" providerId="LiveId" clId="{D146B38F-8073-40CD-A3B9-679E8F7393E3}" dt="2022-02-25T15:47:48.696" v="118" actId="1076"/>
          <ac:spMkLst>
            <pc:docMk/>
            <pc:sldMk cId="1988044364" sldId="256"/>
            <ac:spMk id="8" creationId="{ECF83A03-C1F9-45F7-8E2B-B64A7F8894C1}"/>
          </ac:spMkLst>
        </pc:spChg>
        <pc:picChg chg="add mod">
          <ac:chgData name="Simerjeet Kaur" userId="16f5a63197aece6d" providerId="LiveId" clId="{D146B38F-8073-40CD-A3B9-679E8F7393E3}" dt="2022-02-25T15:49:27.152" v="137" actId="1076"/>
          <ac:picMkLst>
            <pc:docMk/>
            <pc:sldMk cId="1988044364" sldId="256"/>
            <ac:picMk id="1026" creationId="{EA65D931-01DC-4CAA-B4BF-A162AEF8B0F1}"/>
          </ac:picMkLst>
        </pc:picChg>
      </pc:sldChg>
      <pc:sldChg chg="addSp delSp modSp new mod">
        <pc:chgData name="Simerjeet Kaur" userId="16f5a63197aece6d" providerId="LiveId" clId="{D146B38F-8073-40CD-A3B9-679E8F7393E3}" dt="2022-02-25T16:30:00.089" v="312" actId="1076"/>
        <pc:sldMkLst>
          <pc:docMk/>
          <pc:sldMk cId="1270331229" sldId="257"/>
        </pc:sldMkLst>
        <pc:spChg chg="add del mod">
          <ac:chgData name="Simerjeet Kaur" userId="16f5a63197aece6d" providerId="LiveId" clId="{D146B38F-8073-40CD-A3B9-679E8F7393E3}" dt="2022-02-25T15:49:05.423" v="134" actId="478"/>
          <ac:spMkLst>
            <pc:docMk/>
            <pc:sldMk cId="1270331229" sldId="257"/>
            <ac:spMk id="2" creationId="{9F84E7A7-D2DB-4961-A226-43979D954384}"/>
          </ac:spMkLst>
        </pc:spChg>
        <pc:spChg chg="add del mod">
          <ac:chgData name="Simerjeet Kaur" userId="16f5a63197aece6d" providerId="LiveId" clId="{D146B38F-8073-40CD-A3B9-679E8F7393E3}" dt="2022-02-25T15:51:59.340" v="165" actId="478"/>
          <ac:spMkLst>
            <pc:docMk/>
            <pc:sldMk cId="1270331229" sldId="257"/>
            <ac:spMk id="3" creationId="{92437BE9-C25D-4D6A-BC8E-D20D430C815A}"/>
          </ac:spMkLst>
        </pc:spChg>
        <pc:spChg chg="add mod">
          <ac:chgData name="Simerjeet Kaur" userId="16f5a63197aece6d" providerId="LiveId" clId="{D146B38F-8073-40CD-A3B9-679E8F7393E3}" dt="2022-02-25T16:22:13.234" v="212" actId="20577"/>
          <ac:spMkLst>
            <pc:docMk/>
            <pc:sldMk cId="1270331229" sldId="257"/>
            <ac:spMk id="5" creationId="{BAA444A6-A658-46C5-9723-6B530F4C99AE}"/>
          </ac:spMkLst>
        </pc:spChg>
        <pc:spChg chg="add mod">
          <ac:chgData name="Simerjeet Kaur" userId="16f5a63197aece6d" providerId="LiveId" clId="{D146B38F-8073-40CD-A3B9-679E8F7393E3}" dt="2022-02-25T16:25:43.215" v="242" actId="14100"/>
          <ac:spMkLst>
            <pc:docMk/>
            <pc:sldMk cId="1270331229" sldId="257"/>
            <ac:spMk id="7" creationId="{182F7C70-CA66-434A-AB46-4661886BCBDF}"/>
          </ac:spMkLst>
        </pc:spChg>
        <pc:spChg chg="add mod">
          <ac:chgData name="Simerjeet Kaur" userId="16f5a63197aece6d" providerId="LiveId" clId="{D146B38F-8073-40CD-A3B9-679E8F7393E3}" dt="2022-02-25T16:26:04.029" v="245" actId="1076"/>
          <ac:spMkLst>
            <pc:docMk/>
            <pc:sldMk cId="1270331229" sldId="257"/>
            <ac:spMk id="8" creationId="{E4739FDA-7FFB-4BAA-8140-21E65E3C7335}"/>
          </ac:spMkLst>
        </pc:spChg>
        <pc:spChg chg="add mod">
          <ac:chgData name="Simerjeet Kaur" userId="16f5a63197aece6d" providerId="LiveId" clId="{D146B38F-8073-40CD-A3B9-679E8F7393E3}" dt="2022-02-25T16:26:16.386" v="247" actId="1076"/>
          <ac:spMkLst>
            <pc:docMk/>
            <pc:sldMk cId="1270331229" sldId="257"/>
            <ac:spMk id="13" creationId="{454B68D6-9AF5-4D3D-BA69-F3FCB1630920}"/>
          </ac:spMkLst>
        </pc:spChg>
        <pc:spChg chg="add mod">
          <ac:chgData name="Simerjeet Kaur" userId="16f5a63197aece6d" providerId="LiveId" clId="{D146B38F-8073-40CD-A3B9-679E8F7393E3}" dt="2022-02-25T16:26:30.120" v="250" actId="1076"/>
          <ac:spMkLst>
            <pc:docMk/>
            <pc:sldMk cId="1270331229" sldId="257"/>
            <ac:spMk id="14" creationId="{701A8F36-7A52-45F4-BB97-48AE190F224D}"/>
          </ac:spMkLst>
        </pc:spChg>
        <pc:spChg chg="add del mod">
          <ac:chgData name="Simerjeet Kaur" userId="16f5a63197aece6d" providerId="LiveId" clId="{D146B38F-8073-40CD-A3B9-679E8F7393E3}" dt="2022-02-25T16:27:00.170" v="255"/>
          <ac:spMkLst>
            <pc:docMk/>
            <pc:sldMk cId="1270331229" sldId="257"/>
            <ac:spMk id="15" creationId="{0EB7AB72-D94E-4984-8B57-EDDAA914D3C0}"/>
          </ac:spMkLst>
        </pc:spChg>
        <pc:spChg chg="add mod">
          <ac:chgData name="Simerjeet Kaur" userId="16f5a63197aece6d" providerId="LiveId" clId="{D146B38F-8073-40CD-A3B9-679E8F7393E3}" dt="2022-02-25T16:27:33.509" v="274" actId="14100"/>
          <ac:spMkLst>
            <pc:docMk/>
            <pc:sldMk cId="1270331229" sldId="257"/>
            <ac:spMk id="16" creationId="{3A866959-4B7F-4523-9C7F-CC9F54959E62}"/>
          </ac:spMkLst>
        </pc:spChg>
        <pc:spChg chg="add mod">
          <ac:chgData name="Simerjeet Kaur" userId="16f5a63197aece6d" providerId="LiveId" clId="{D146B38F-8073-40CD-A3B9-679E8F7393E3}" dt="2022-02-25T16:27:59.420" v="293" actId="1076"/>
          <ac:spMkLst>
            <pc:docMk/>
            <pc:sldMk cId="1270331229" sldId="257"/>
            <ac:spMk id="17" creationId="{519D4BBD-9A53-4AF2-B791-BAA2B5C58F8A}"/>
          </ac:spMkLst>
        </pc:spChg>
        <pc:picChg chg="add del mod">
          <ac:chgData name="Simerjeet Kaur" userId="16f5a63197aece6d" providerId="LiveId" clId="{D146B38F-8073-40CD-A3B9-679E8F7393E3}" dt="2022-02-25T15:49:32.431" v="138" actId="478"/>
          <ac:picMkLst>
            <pc:docMk/>
            <pc:sldMk cId="1270331229" sldId="257"/>
            <ac:picMk id="4" creationId="{3FF46F8C-E845-444C-B340-4BE85064D4EC}"/>
          </ac:picMkLst>
        </pc:picChg>
        <pc:picChg chg="add mod">
          <ac:chgData name="Simerjeet Kaur" userId="16f5a63197aece6d" providerId="LiveId" clId="{D146B38F-8073-40CD-A3B9-679E8F7393E3}" dt="2022-02-25T15:49:33.260" v="139"/>
          <ac:picMkLst>
            <pc:docMk/>
            <pc:sldMk cId="1270331229" sldId="257"/>
            <ac:picMk id="6" creationId="{40ED133C-D431-407E-88D1-73EFC25E2BF2}"/>
          </ac:picMkLst>
        </pc:picChg>
        <pc:picChg chg="add mod">
          <ac:chgData name="Simerjeet Kaur" userId="16f5a63197aece6d" providerId="LiveId" clId="{D146B38F-8073-40CD-A3B9-679E8F7393E3}" dt="2022-02-25T16:29:36.048" v="307" actId="1076"/>
          <ac:picMkLst>
            <pc:docMk/>
            <pc:sldMk cId="1270331229" sldId="257"/>
            <ac:picMk id="3074" creationId="{CE8CDDF1-970A-4639-AB79-4C26CCF6E27C}"/>
          </ac:picMkLst>
        </pc:picChg>
        <pc:picChg chg="add mod">
          <ac:chgData name="Simerjeet Kaur" userId="16f5a63197aece6d" providerId="LiveId" clId="{D146B38F-8073-40CD-A3B9-679E8F7393E3}" dt="2022-02-25T16:29:56.079" v="311" actId="1076"/>
          <ac:picMkLst>
            <pc:docMk/>
            <pc:sldMk cId="1270331229" sldId="257"/>
            <ac:picMk id="3076" creationId="{423CBC81-43D7-4548-86A2-CD4C840778FA}"/>
          </ac:picMkLst>
        </pc:picChg>
        <pc:picChg chg="add del mod">
          <ac:chgData name="Simerjeet Kaur" userId="16f5a63197aece6d" providerId="LiveId" clId="{D146B38F-8073-40CD-A3B9-679E8F7393E3}" dt="2022-02-25T15:59:14.089" v="179"/>
          <ac:picMkLst>
            <pc:docMk/>
            <pc:sldMk cId="1270331229" sldId="257"/>
            <ac:picMk id="3078" creationId="{E17FE2A8-C979-47CA-A66B-B669B590896B}"/>
          </ac:picMkLst>
        </pc:picChg>
        <pc:picChg chg="add mod">
          <ac:chgData name="Simerjeet Kaur" userId="16f5a63197aece6d" providerId="LiveId" clId="{D146B38F-8073-40CD-A3B9-679E8F7393E3}" dt="2022-02-25T16:30:00.089" v="312" actId="1076"/>
          <ac:picMkLst>
            <pc:docMk/>
            <pc:sldMk cId="1270331229" sldId="257"/>
            <ac:picMk id="3080" creationId="{CF98E70B-04BB-4E0D-949B-F3B54ED0B948}"/>
          </ac:picMkLst>
        </pc:picChg>
        <pc:cxnChg chg="add mod">
          <ac:chgData name="Simerjeet Kaur" userId="16f5a63197aece6d" providerId="LiveId" clId="{D146B38F-8073-40CD-A3B9-679E8F7393E3}" dt="2022-02-25T16:28:22.665" v="296" actId="13822"/>
          <ac:cxnSpMkLst>
            <pc:docMk/>
            <pc:sldMk cId="1270331229" sldId="257"/>
            <ac:cxnSpMk id="10" creationId="{B02A34F0-F11F-411D-A656-C9ED6131A792}"/>
          </ac:cxnSpMkLst>
        </pc:cxnChg>
        <pc:cxnChg chg="add del mod">
          <ac:chgData name="Simerjeet Kaur" userId="16f5a63197aece6d" providerId="LiveId" clId="{D146B38F-8073-40CD-A3B9-679E8F7393E3}" dt="2022-02-25T16:28:40.741" v="298" actId="11529"/>
          <ac:cxnSpMkLst>
            <pc:docMk/>
            <pc:sldMk cId="1270331229" sldId="257"/>
            <ac:cxnSpMk id="18" creationId="{8B758E81-1220-43C5-8F2A-ACF2B3826915}"/>
          </ac:cxnSpMkLst>
        </pc:cxnChg>
        <pc:cxnChg chg="add del mod">
          <ac:chgData name="Simerjeet Kaur" userId="16f5a63197aece6d" providerId="LiveId" clId="{D146B38F-8073-40CD-A3B9-679E8F7393E3}" dt="2022-02-25T16:28:51.467" v="300" actId="11529"/>
          <ac:cxnSpMkLst>
            <pc:docMk/>
            <pc:sldMk cId="1270331229" sldId="257"/>
            <ac:cxnSpMk id="20" creationId="{DA6659C3-BD50-44F9-A2A0-BEBEF832B40D}"/>
          </ac:cxnSpMkLst>
        </pc:cxnChg>
        <pc:cxnChg chg="add del mod">
          <ac:chgData name="Simerjeet Kaur" userId="16f5a63197aece6d" providerId="LiveId" clId="{D146B38F-8073-40CD-A3B9-679E8F7393E3}" dt="2022-02-25T16:29:10.958" v="304" actId="11529"/>
          <ac:cxnSpMkLst>
            <pc:docMk/>
            <pc:sldMk cId="1270331229" sldId="257"/>
            <ac:cxnSpMk id="22" creationId="{92E90705-3EE2-4D10-B837-B6209418FCF2}"/>
          </ac:cxnSpMkLst>
        </pc:cxnChg>
        <pc:cxnChg chg="add mod">
          <ac:chgData name="Simerjeet Kaur" userId="16f5a63197aece6d" providerId="LiveId" clId="{D146B38F-8073-40CD-A3B9-679E8F7393E3}" dt="2022-02-25T16:29:23.093" v="306" actId="13822"/>
          <ac:cxnSpMkLst>
            <pc:docMk/>
            <pc:sldMk cId="1270331229" sldId="257"/>
            <ac:cxnSpMk id="25" creationId="{6F774B77-E144-49CA-9310-59235EC34BBF}"/>
          </ac:cxnSpMkLst>
        </pc:cxnChg>
      </pc:sldChg>
      <pc:sldChg chg="addSp delSp modSp new mod">
        <pc:chgData name="Simerjeet Kaur" userId="16f5a63197aece6d" providerId="LiveId" clId="{D146B38F-8073-40CD-A3B9-679E8F7393E3}" dt="2022-02-25T16:54:12.237" v="351" actId="22"/>
        <pc:sldMkLst>
          <pc:docMk/>
          <pc:sldMk cId="2012186717" sldId="258"/>
        </pc:sldMkLst>
        <pc:spChg chg="del">
          <ac:chgData name="Simerjeet Kaur" userId="16f5a63197aece6d" providerId="LiveId" clId="{D146B38F-8073-40CD-A3B9-679E8F7393E3}" dt="2022-02-25T15:52:27.895" v="168" actId="478"/>
          <ac:spMkLst>
            <pc:docMk/>
            <pc:sldMk cId="2012186717" sldId="258"/>
            <ac:spMk id="2" creationId="{ABE04C42-0314-41D5-AA3D-7855673E213A}"/>
          </ac:spMkLst>
        </pc:spChg>
        <pc:spChg chg="del mod">
          <ac:chgData name="Simerjeet Kaur" userId="16f5a63197aece6d" providerId="LiveId" clId="{D146B38F-8073-40CD-A3B9-679E8F7393E3}" dt="2022-02-25T16:30:39.517" v="326" actId="478"/>
          <ac:spMkLst>
            <pc:docMk/>
            <pc:sldMk cId="2012186717" sldId="258"/>
            <ac:spMk id="3" creationId="{8D0783F4-3625-44FC-8C26-5E660444EF29}"/>
          </ac:spMkLst>
        </pc:spChg>
        <pc:spChg chg="add mod">
          <ac:chgData name="Simerjeet Kaur" userId="16f5a63197aece6d" providerId="LiveId" clId="{D146B38F-8073-40CD-A3B9-679E8F7393E3}" dt="2022-02-25T16:30:31.686" v="325" actId="20577"/>
          <ac:spMkLst>
            <pc:docMk/>
            <pc:sldMk cId="2012186717" sldId="258"/>
            <ac:spMk id="5" creationId="{7ABFA017-C16F-4F51-A225-26E99048A81B}"/>
          </ac:spMkLst>
        </pc:spChg>
        <pc:picChg chg="add mod">
          <ac:chgData name="Simerjeet Kaur" userId="16f5a63197aece6d" providerId="LiveId" clId="{D146B38F-8073-40CD-A3B9-679E8F7393E3}" dt="2022-02-25T15:52:24.595" v="167"/>
          <ac:picMkLst>
            <pc:docMk/>
            <pc:sldMk cId="2012186717" sldId="258"/>
            <ac:picMk id="4" creationId="{1477CC24-9E4B-4233-BEC4-305281C4C5D5}"/>
          </ac:picMkLst>
        </pc:picChg>
        <pc:picChg chg="add del mod">
          <ac:chgData name="Simerjeet Kaur" userId="16f5a63197aece6d" providerId="LiveId" clId="{D146B38F-8073-40CD-A3B9-679E8F7393E3}" dt="2022-02-25T16:54:11.682" v="350" actId="478"/>
          <ac:picMkLst>
            <pc:docMk/>
            <pc:sldMk cId="2012186717" sldId="258"/>
            <ac:picMk id="7" creationId="{A3F2C18F-3555-41F2-A550-F06C7D6B5A3C}"/>
          </ac:picMkLst>
        </pc:picChg>
        <pc:picChg chg="add">
          <ac:chgData name="Simerjeet Kaur" userId="16f5a63197aece6d" providerId="LiveId" clId="{D146B38F-8073-40CD-A3B9-679E8F7393E3}" dt="2022-02-25T16:54:12.237" v="351" actId="22"/>
          <ac:picMkLst>
            <pc:docMk/>
            <pc:sldMk cId="2012186717" sldId="258"/>
            <ac:picMk id="9" creationId="{8DDEA7C0-3C99-42BC-8CAD-9A80C4DBCF02}"/>
          </ac:picMkLst>
        </pc:picChg>
      </pc:sldChg>
      <pc:sldChg chg="addSp modSp new mod">
        <pc:chgData name="Simerjeet Kaur" userId="16f5a63197aece6d" providerId="LiveId" clId="{D146B38F-8073-40CD-A3B9-679E8F7393E3}" dt="2022-02-25T16:49:49.480" v="334" actId="1076"/>
        <pc:sldMkLst>
          <pc:docMk/>
          <pc:sldMk cId="2900180992" sldId="259"/>
        </pc:sldMkLst>
        <pc:spChg chg="add mod">
          <ac:chgData name="Simerjeet Kaur" userId="16f5a63197aece6d" providerId="LiveId" clId="{D146B38F-8073-40CD-A3B9-679E8F7393E3}" dt="2022-02-25T16:42:45.309" v="331"/>
          <ac:spMkLst>
            <pc:docMk/>
            <pc:sldMk cId="2900180992" sldId="259"/>
            <ac:spMk id="3" creationId="{C67E286B-F047-4AC5-B577-E265E636832B}"/>
          </ac:spMkLst>
        </pc:spChg>
        <pc:picChg chg="add mod">
          <ac:chgData name="Simerjeet Kaur" userId="16f5a63197aece6d" providerId="LiveId" clId="{D146B38F-8073-40CD-A3B9-679E8F7393E3}" dt="2022-02-25T16:42:38.644" v="330"/>
          <ac:picMkLst>
            <pc:docMk/>
            <pc:sldMk cId="2900180992" sldId="259"/>
            <ac:picMk id="2" creationId="{E1CA68CC-954A-4D67-993F-C204E67E929D}"/>
          </ac:picMkLst>
        </pc:picChg>
        <pc:picChg chg="add mod">
          <ac:chgData name="Simerjeet Kaur" userId="16f5a63197aece6d" providerId="LiveId" clId="{D146B38F-8073-40CD-A3B9-679E8F7393E3}" dt="2022-02-25T16:49:49.480" v="334" actId="1076"/>
          <ac:picMkLst>
            <pc:docMk/>
            <pc:sldMk cId="2900180992" sldId="259"/>
            <ac:picMk id="5" creationId="{659A7CC4-A3C6-4EA5-9192-BBFCCB9BAE40}"/>
          </ac:picMkLst>
        </pc:picChg>
      </pc:sldChg>
      <pc:sldChg chg="addSp modSp new mod">
        <pc:chgData name="Simerjeet Kaur" userId="16f5a63197aece6d" providerId="LiveId" clId="{D146B38F-8073-40CD-A3B9-679E8F7393E3}" dt="2022-02-25T16:51:07.429" v="349" actId="20577"/>
        <pc:sldMkLst>
          <pc:docMk/>
          <pc:sldMk cId="100997214" sldId="260"/>
        </pc:sldMkLst>
        <pc:spChg chg="add mod">
          <ac:chgData name="Simerjeet Kaur" userId="16f5a63197aece6d" providerId="LiveId" clId="{D146B38F-8073-40CD-A3B9-679E8F7393E3}" dt="2022-02-25T16:51:07.429" v="349" actId="20577"/>
          <ac:spMkLst>
            <pc:docMk/>
            <pc:sldMk cId="100997214" sldId="260"/>
            <ac:spMk id="2" creationId="{BAB1ABDA-B9FF-492F-96CA-871F78CE8651}"/>
          </ac:spMkLst>
        </pc:spChg>
        <pc:picChg chg="add mod">
          <ac:chgData name="Simerjeet Kaur" userId="16f5a63197aece6d" providerId="LiveId" clId="{D146B38F-8073-40CD-A3B9-679E8F7393E3}" dt="2022-02-25T16:51:00.406" v="337"/>
          <ac:picMkLst>
            <pc:docMk/>
            <pc:sldMk cId="100997214" sldId="260"/>
            <ac:picMk id="3" creationId="{2958B2F7-5FDE-451F-AF14-B5CA5F7F2D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32CB-D5A4-4EC3-95A0-CC8FB7767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38110-3FAE-422A-9D08-34BE58EB5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FDA84-2755-43E5-9D4C-4F6B4C0B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99C83-B242-45B6-8B27-7CD174A3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7BFCC-5D5B-4A47-ADAB-F14DF247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58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A493-F0C5-4766-BD20-5AFD6476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34A32-6234-4ED5-9B77-A378AB400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A6AA1-1245-4052-84EA-FCCE901F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C9E92-45C1-4A80-84FF-79BF44CE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56465-C097-4D07-8611-F262CDC3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43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A66F-5D1E-454A-9570-A266070F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7A503-4C98-42B9-9556-21FCA203E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162E8-8B5C-4944-8B8D-3193698C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80A80-70B1-4020-9F35-3F2B01A3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550EC-60ED-461D-A1FD-FA67F976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7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8B6E-0805-4F06-9CBE-F9D5F648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48E1-4C28-411A-8702-83C58A63F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D04A4-46A2-4649-8008-CCE443DC5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1FE76-0278-49D0-93D2-6ADA9EAEC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BD262-A0BF-4969-B19E-F0E518C3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621EA-6F39-441D-ADF0-9128D258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086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94745-F447-430C-A3F0-6A7E49534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31A3D-5321-4BB9-B010-52A488953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1B04D-01C1-4CB0-9FB6-3AC83DC4B5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346C8-9A72-4F78-96B6-84E69B7E3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5985A-415E-4537-9C0C-0A683CEF9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7EE9A-411B-43E0-B64C-9FBBCE8F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CB51CF-0CA2-451C-A893-1D5D37E6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65B047-E31F-4642-97E0-2EFCEF57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218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EB95-5040-45DE-AF05-0251B103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3A529-5ABA-482C-9E87-FD662C21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98BDF-73EB-4F7B-86DC-9E9DF4B81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6223A-451D-4715-BB97-CC58A1EB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13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57503-30F4-4D9C-B8BC-909A05D4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AC4E9-0F95-4111-9629-2353BC17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0A8EE-FB29-4D05-B45E-0FDD976C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269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EE0E-18E8-48BC-979C-46542F9A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9A73-FF4E-4110-B2C8-7DDDFCE46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F8A3D-0803-4E4B-A4F4-83BEFF47E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6EA62-D960-474B-A8A5-2A4FBB8A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73D0DE-04B9-4926-A49C-A226DECA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78820-1F2A-4317-BFEE-27B48330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6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857DD-EA9C-4981-BCBD-36B6C4D7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85A24A-3DB7-4582-A60E-22A24B55B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BF73C-1EC8-4A8D-86FB-A2DB707EA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4A7CB-338A-4F0D-9043-14955A37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B802C-B04D-41B3-94AF-E6982013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72E44-EFF2-4FB3-9EBA-73A46C55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25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318C-45BB-4859-97BF-A13EBC10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7AF6C-BBFE-415B-8546-CF6750549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C3B17-40E3-4844-A01C-A24C7224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D27F9-2C05-4331-8D97-F1C1A3B4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5B144-39EB-4BE3-8655-6A88CDCF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30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D32B3C-9F1B-413D-8E60-0650B6E69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420BA-692E-468B-B94A-2FA74C72E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CD7FB-7081-4FF8-97EB-0AB3456B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F3279-D0E6-4365-877F-86A4AE9F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43E48-C7B2-412D-BE11-B5059C8A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68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28F09-22CA-44B9-A7AD-11ECBC21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F3F89-EAEA-4A7B-8C1F-46D64C7ED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4002A-3900-4B40-9E0D-B0C3668A2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B2CC5-2854-4899-BA48-EB120971C22A}" type="datetimeFigureOut">
              <a:rPr lang="en-IN" smtClean="0"/>
              <a:t>28-02-2022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6F312-651F-42CE-AC44-6FBB7591C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7EE71-36F0-4130-8ACF-6BD3B77B7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3A2D2-2A49-4BD2-9589-7246192819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428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398E05-2748-4CDF-ABFF-138F1107E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6" y="3909169"/>
            <a:ext cx="9144000" cy="479951"/>
          </a:xfrm>
        </p:spPr>
        <p:txBody>
          <a:bodyPr/>
          <a:lstStyle/>
          <a:p>
            <a:r>
              <a:rPr lang="en-US" dirty="0"/>
              <a:t>by Simerjeet Kaur</a:t>
            </a:r>
            <a:endParaRPr lang="en-IN" dirty="0"/>
          </a:p>
        </p:txBody>
      </p:sp>
      <p:pic>
        <p:nvPicPr>
          <p:cNvPr id="1026" name="Picture 2" descr="Innovaccer Design">
            <a:extLst>
              <a:ext uri="{FF2B5EF4-FFF2-40B4-BE49-F238E27FC236}">
                <a16:creationId xmlns:a16="http://schemas.microsoft.com/office/drawing/2014/main" id="{EA65D931-01DC-4CAA-B4BF-A162AEF8B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83A199-8D75-445F-B5CB-42AB06BAF229}"/>
              </a:ext>
            </a:extLst>
          </p:cNvPr>
          <p:cNvSpPr/>
          <p:nvPr/>
        </p:nvSpPr>
        <p:spPr>
          <a:xfrm>
            <a:off x="1584960" y="304427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Start Up Funding – Consumer Internet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F83A03-C1F9-45F7-8E2B-B64A7F8894C1}"/>
              </a:ext>
            </a:extLst>
          </p:cNvPr>
          <p:cNvSpPr/>
          <p:nvPr/>
        </p:nvSpPr>
        <p:spPr>
          <a:xfrm>
            <a:off x="2845718" y="2120949"/>
            <a:ext cx="650055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CAPSTONE PROJECT</a:t>
            </a:r>
            <a:endParaRPr lang="en-IN" sz="5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8044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A444A6-A658-46C5-9723-6B530F4C99AE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Architecture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2" descr="Innovaccer Design">
            <a:extLst>
              <a:ext uri="{FF2B5EF4-FFF2-40B4-BE49-F238E27FC236}">
                <a16:creationId xmlns:a16="http://schemas.microsoft.com/office/drawing/2014/main" id="{40ED133C-D431-407E-88D1-73EFC25E2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ython Logo, history, meaning, symbol, PNG">
            <a:extLst>
              <a:ext uri="{FF2B5EF4-FFF2-40B4-BE49-F238E27FC236}">
                <a16:creationId xmlns:a16="http://schemas.microsoft.com/office/drawing/2014/main" id="{CE8CDDF1-970A-4639-AB79-4C26CCF6E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730" y="3446281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23CBC81-43D7-4548-86A2-CD4C84077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079" y="3852789"/>
            <a:ext cx="3291840" cy="78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icrosoft Power BI: Refresh Business Intelligence">
            <a:extLst>
              <a:ext uri="{FF2B5EF4-FFF2-40B4-BE49-F238E27FC236}">
                <a16:creationId xmlns:a16="http://schemas.microsoft.com/office/drawing/2014/main" id="{CF98E70B-04BB-4E0D-949B-F3B54ED0B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919" y="3112109"/>
            <a:ext cx="3409004" cy="226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2F7C70-CA66-434A-AB46-4661886BCBDF}"/>
              </a:ext>
            </a:extLst>
          </p:cNvPr>
          <p:cNvSpPr/>
          <p:nvPr/>
        </p:nvSpPr>
        <p:spPr>
          <a:xfrm>
            <a:off x="1464308" y="2064266"/>
            <a:ext cx="2426972" cy="9213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739FDA-7FFB-4BAA-8140-21E65E3C7335}"/>
              </a:ext>
            </a:extLst>
          </p:cNvPr>
          <p:cNvSpPr txBox="1"/>
          <p:nvPr/>
        </p:nvSpPr>
        <p:spPr>
          <a:xfrm>
            <a:off x="1940560" y="2307108"/>
            <a:ext cx="151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4B68D6-9AF5-4D3D-BA69-F3FCB1630920}"/>
              </a:ext>
            </a:extLst>
          </p:cNvPr>
          <p:cNvSpPr/>
          <p:nvPr/>
        </p:nvSpPr>
        <p:spPr>
          <a:xfrm>
            <a:off x="4882513" y="2064266"/>
            <a:ext cx="2426972" cy="9213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1A8F36-7A52-45F4-BB97-48AE190F224D}"/>
              </a:ext>
            </a:extLst>
          </p:cNvPr>
          <p:cNvSpPr/>
          <p:nvPr/>
        </p:nvSpPr>
        <p:spPr>
          <a:xfrm>
            <a:off x="8232938" y="2066052"/>
            <a:ext cx="2426972" cy="9213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866959-4B7F-4523-9C7F-CC9F54959E62}"/>
              </a:ext>
            </a:extLst>
          </p:cNvPr>
          <p:cNvSpPr txBox="1"/>
          <p:nvPr/>
        </p:nvSpPr>
        <p:spPr>
          <a:xfrm>
            <a:off x="5110796" y="2340271"/>
            <a:ext cx="1940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Manipulation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D4BBD-9A53-4AF2-B791-BAA2B5C58F8A}"/>
              </a:ext>
            </a:extLst>
          </p:cNvPr>
          <p:cNvSpPr txBox="1"/>
          <p:nvPr/>
        </p:nvSpPr>
        <p:spPr>
          <a:xfrm>
            <a:off x="8585200" y="2340271"/>
            <a:ext cx="186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2A34F0-F11F-411D-A656-C9ED6131A792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891280" y="2524938"/>
            <a:ext cx="9912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774B77-E144-49CA-9310-59235EC34BBF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309485" y="2524938"/>
            <a:ext cx="923453" cy="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33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novaccer Design">
            <a:extLst>
              <a:ext uri="{FF2B5EF4-FFF2-40B4-BE49-F238E27FC236}">
                <a16:creationId xmlns:a16="http://schemas.microsoft.com/office/drawing/2014/main" id="{1477CC24-9E4B-4233-BEC4-305281C4C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BFA017-C16F-4F51-A225-26E99048A81B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Cleaning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DEA7C0-3C99-42BC-8CAD-9A80C4DB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2483362"/>
            <a:ext cx="11612880" cy="41995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CFA73D-1C57-4136-922A-B74C752C68FD}"/>
              </a:ext>
            </a:extLst>
          </p:cNvPr>
          <p:cNvSpPr txBox="1"/>
          <p:nvPr/>
        </p:nvSpPr>
        <p:spPr>
          <a:xfrm>
            <a:off x="289560" y="1070756"/>
            <a:ext cx="11612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Spitting the column</a:t>
            </a:r>
          </a:p>
          <a:p>
            <a:pPr marL="342900" indent="-342900">
              <a:buAutoNum type="arabicPeriod"/>
            </a:pPr>
            <a:r>
              <a:rPr lang="en-US" dirty="0"/>
              <a:t>Removing unwanted characters </a:t>
            </a:r>
          </a:p>
          <a:p>
            <a:pPr marL="342900" indent="-342900">
              <a:buAutoNum type="arabicPeriod"/>
            </a:pPr>
            <a:r>
              <a:rPr lang="en-US" dirty="0"/>
              <a:t>Removing duplicate values</a:t>
            </a:r>
          </a:p>
          <a:p>
            <a:pPr marL="342900" indent="-342900">
              <a:buAutoNum type="arabicPeriod"/>
            </a:pPr>
            <a:r>
              <a:rPr lang="en-US" dirty="0"/>
              <a:t>Dropping unwanted column</a:t>
            </a:r>
          </a:p>
          <a:p>
            <a:pPr marL="342900" indent="-342900">
              <a:buAutoNum type="arabicPeriod"/>
            </a:pPr>
            <a:r>
              <a:rPr lang="en-US" dirty="0"/>
              <a:t>Deleting empty rows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186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novaccer Design">
            <a:extLst>
              <a:ext uri="{FF2B5EF4-FFF2-40B4-BE49-F238E27FC236}">
                <a16:creationId xmlns:a16="http://schemas.microsoft.com/office/drawing/2014/main" id="{1477CC24-9E4B-4233-BEC4-305281C4C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BFA017-C16F-4F51-A225-26E99048A81B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Cleaning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0B48C0-16EE-4108-AB7A-3C86B00724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83" r="-2056"/>
          <a:stretch/>
        </p:blipFill>
        <p:spPr>
          <a:xfrm>
            <a:off x="975359" y="1012378"/>
            <a:ext cx="10241280" cy="3278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B52377-D6DC-4DFE-81D7-3F510185541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250" r="-3293"/>
          <a:stretch/>
        </p:blipFill>
        <p:spPr>
          <a:xfrm>
            <a:off x="975359" y="4290782"/>
            <a:ext cx="10353040" cy="237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1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nnovaccer Design">
            <a:extLst>
              <a:ext uri="{FF2B5EF4-FFF2-40B4-BE49-F238E27FC236}">
                <a16:creationId xmlns:a16="http://schemas.microsoft.com/office/drawing/2014/main" id="{E1CA68CC-954A-4D67-993F-C204E67E9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7E286B-F047-4AC5-B577-E265E636832B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Cleaning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A7CC4-A3C6-4EA5-9192-BBFCCB9BA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19" y="1300480"/>
            <a:ext cx="10068560" cy="486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8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1ABDA-B9FF-492F-96CA-871F78CE8651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Manipulation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Innovaccer Design">
            <a:extLst>
              <a:ext uri="{FF2B5EF4-FFF2-40B4-BE49-F238E27FC236}">
                <a16:creationId xmlns:a16="http://schemas.microsoft.com/office/drawing/2014/main" id="{2958B2F7-5FDE-451F-AF14-B5CA5F7F2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66B87E-F498-46C3-B356-4CFBE848CB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827"/>
          <a:stretch/>
        </p:blipFill>
        <p:spPr>
          <a:xfrm>
            <a:off x="6123569" y="1893480"/>
            <a:ext cx="6068432" cy="34811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621189-F184-45AF-9B60-CF11D5F24FB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738"/>
          <a:stretch/>
        </p:blipFill>
        <p:spPr>
          <a:xfrm>
            <a:off x="0" y="1893480"/>
            <a:ext cx="6123568" cy="34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1ABDA-B9FF-492F-96CA-871F78CE8651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Visualization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Innovaccer Design">
            <a:extLst>
              <a:ext uri="{FF2B5EF4-FFF2-40B4-BE49-F238E27FC236}">
                <a16:creationId xmlns:a16="http://schemas.microsoft.com/office/drawing/2014/main" id="{2958B2F7-5FDE-451F-AF14-B5CA5F7F2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4927A-EC6B-4CFB-A5BB-816E4AB908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7"/>
          <a:stretch/>
        </p:blipFill>
        <p:spPr>
          <a:xfrm>
            <a:off x="1141411" y="973936"/>
            <a:ext cx="9909175" cy="554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4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1ABDA-B9FF-492F-96CA-871F78CE8651}"/>
              </a:ext>
            </a:extLst>
          </p:cNvPr>
          <p:cNvSpPr/>
          <p:nvPr/>
        </p:nvSpPr>
        <p:spPr>
          <a:xfrm>
            <a:off x="1584960" y="341719"/>
            <a:ext cx="90220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Visualization</a:t>
            </a:r>
            <a:endParaRPr lang="en-IN" sz="4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Innovaccer Design">
            <a:extLst>
              <a:ext uri="{FF2B5EF4-FFF2-40B4-BE49-F238E27FC236}">
                <a16:creationId xmlns:a16="http://schemas.microsoft.com/office/drawing/2014/main" id="{2958B2F7-5FDE-451F-AF14-B5CA5F7F2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1148080" cy="1148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B7B50-6801-4BA9-A24A-F62B6377E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80" y="987441"/>
            <a:ext cx="9894577" cy="552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8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45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Simerjeet Kaur</dc:creator>
  <cp:lastModifiedBy>Simerjeet Kaur</cp:lastModifiedBy>
  <cp:revision>10</cp:revision>
  <dcterms:created xsi:type="dcterms:W3CDTF">2022-02-25T15:26:02Z</dcterms:created>
  <dcterms:modified xsi:type="dcterms:W3CDTF">2022-02-28T11:31:30Z</dcterms:modified>
</cp:coreProperties>
</file>